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E7"/>
    <a:srgbClr val="EEEC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126" y="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A5F3F8-1AB7-0510-47D1-EA1A7EBEBA51}"/>
              </a:ext>
            </a:extLst>
          </p:cNvPr>
          <p:cNvSpPr/>
          <p:nvPr/>
        </p:nvSpPr>
        <p:spPr>
          <a:xfrm>
            <a:off x="431800" y="2514600"/>
            <a:ext cx="4191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0F0E7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5E1EE-5263-E604-7BDE-B5FCA429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016" y="640080"/>
            <a:ext cx="14983968" cy="7863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5065F0-047F-8F66-4FBE-AF7C81BCE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093" y="857956"/>
            <a:ext cx="7223814" cy="742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4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A2AD26-3873-222B-94CB-435E74B3E892}"/>
              </a:ext>
            </a:extLst>
          </p:cNvPr>
          <p:cNvSpPr txBox="1"/>
          <p:nvPr/>
        </p:nvSpPr>
        <p:spPr>
          <a:xfrm>
            <a:off x="5232400" y="3429000"/>
            <a:ext cx="6248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93407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BF874914348A45BF36919260785F8A" ma:contentTypeVersion="19" ma:contentTypeDescription="Create a new document." ma:contentTypeScope="" ma:versionID="f4d9a3c58dbbb9c589d5422fc8be957f">
  <xsd:schema xmlns:xsd="http://www.w3.org/2001/XMLSchema" xmlns:xs="http://www.w3.org/2001/XMLSchema" xmlns:p="http://schemas.microsoft.com/office/2006/metadata/properties" xmlns:ns2="2ad2c338-b475-49c5-ba31-4f1308e1722e" xmlns:ns3="1e496844-d79a-41fc-9d12-0a04358d9c75" targetNamespace="http://schemas.microsoft.com/office/2006/metadata/properties" ma:root="true" ma:fieldsID="39cecf692b57bdce3d31a2908e29ca51" ns2:_="" ns3:_="">
    <xsd:import namespace="2ad2c338-b475-49c5-ba31-4f1308e1722e"/>
    <xsd:import namespace="1e496844-d79a-41fc-9d12-0a04358d9c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d2c338-b475-49c5-ba31-4f1308e172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ternalName="MediaServiceLocatio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d7839d06-049d-4209-aea1-b6cda92464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496844-d79a-41fc-9d12-0a04358d9c7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f0eaf60-124a-4cf7-b6b7-0b5199326955}" ma:internalName="TaxCatchAll" ma:showField="CatchAllData" ma:web="1e496844-d79a-41fc-9d12-0a04358d9c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e496844-d79a-41fc-9d12-0a04358d9c75" xsi:nil="true"/>
    <lcf76f155ced4ddcb4097134ff3c332f xmlns="2ad2c338-b475-49c5-ba31-4f1308e172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4F3B75D-E166-4B9E-9C39-EFAF02578879}"/>
</file>

<file path=customXml/itemProps2.xml><?xml version="1.0" encoding="utf-8"?>
<ds:datastoreItem xmlns:ds="http://schemas.openxmlformats.org/officeDocument/2006/customXml" ds:itemID="{22CD0D3E-E48C-4E41-BF91-D3FE82EC3DA8}"/>
</file>

<file path=customXml/itemProps3.xml><?xml version="1.0" encoding="utf-8"?>
<ds:datastoreItem xmlns:ds="http://schemas.openxmlformats.org/officeDocument/2006/customXml" ds:itemID="{7DC4D07F-4CEE-4E54-8793-0C24A5C7C928}"/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3</Words>
  <Application>Microsoft Office PowerPoint</Application>
  <PresentationFormat>Custom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Gaurav Singh</dc:creator>
  <cp:lastModifiedBy>Gaurav Singh</cp:lastModifiedBy>
  <cp:revision>3</cp:revision>
  <dcterms:created xsi:type="dcterms:W3CDTF">2006-08-16T00:00:00Z</dcterms:created>
  <dcterms:modified xsi:type="dcterms:W3CDTF">2026-02-19T04:59:28Z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0x010100FBBF874914348A45BF36919260785F8A</vt:lpwstr>
  </property>
</Properties>
</file>